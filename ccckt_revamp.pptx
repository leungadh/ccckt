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227"/>
                </a:solidFill>
                <a:latin typeface="Calibri"/>
              </a:rPr>
              <a:t>基督中心堂 · CCCKT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Website Revamp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DE3E8"/>
                </a:solidFill>
                <a:latin typeface="Calibri"/>
              </a:rPr>
              <a:t>Moving off an outdated WordPress site to a secure, free,
volunteer-friendly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Design &amp; Implementation Plan · October 2026</a:t>
            </a:r>
          </a:p>
        </p:txBody>
      </p:sp>
      <p:pic>
        <p:nvPicPr>
          <p:cNvPr id="7" name="Picture 6" descr="church_front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749039" cy="2517212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846320"/>
            <a:ext cx="2286000" cy="296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Why we're doing this — the current site's real, live risk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What's on the site today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Our recommendation: retire WordPress, don't patch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Goals &amp; requirements gathered from stakeholders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Proposed architecture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What changes for volunteers — including a new livestream feature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Security improvements, before vs. after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Implementation plan, migration, and costs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What we need from you to proceed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Current Site Has a Real, Live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Runs on WordPress with outdated, unpatched plugins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Still publicly accessible today — an active security exposure, not a hypothetical 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Traffic and content are minimal, but the risk doesn't shrink with traffic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Patching the current plugins only delays the next vulnerability — the PHP/plugin/database stack itself is the attack surface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Recommendation: retire WordPress rather than maintain it</a:t>
            </a:r>
          </a:p>
        </p:txBody>
      </p:sp>
      <p:pic>
        <p:nvPicPr>
          <p:cNvPr id="8" name="Picture 7" descr="church_entr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103120"/>
            <a:ext cx="3657600" cy="12913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Current site imagery — ccckt.org.hk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What's On the Site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Home — welcome message, service time, latest news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Meetings (聚會消息) — meeting intro, calendar, upcoming events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Sermons / Word (聖道回顧) — title, date, speaker, PDF hymn/scripture sheet per entry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Church Overview (教會概覽) — pastor's message, beliefs, history, staff, departments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Weather Guidelines — static policy pages (adult + children meetings)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Activity Gallery — event photos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Contact — address, phone, transit directions; no form, no donation system, no member login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OUR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Retire WordPress — Don't Patch, Replace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Remove the server, remove the attack surface — rebuild as a static site with a managed database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Runs entirely on free hosting tiers (Cloudflare Pages/Netlify + Supabase)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Keeps content editing simple for volunteers — no technical skill required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Adds a new livestream-link feature, so congregants have a bad-weather way to join remotely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No seat limits on volunteer accounts, so the editor group can grow freely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Goals &amp;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Language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Chinese only — matches the current site, no language switcher needed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Budget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Free hosting/tooling tiers only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Content owners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~5 volunteers today, expected to grow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Volunteer tasks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Post announcements; upload sermon PDF/PPT; paste YouTube &amp; livestream links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New feature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Livestream link on sermon entries — a "Watch Live" button for bad-weather access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Editing tooling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Simple login + forms — no git or markdown required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Proposed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No server to patch: content flows through Supabase; the site itself is rebuilt as static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27432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F3B57"/>
                </a:solidFill>
              </a:rPr>
              <a:t>Volunteer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Logs into admin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27432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F3B57"/>
                </a:solidFill>
              </a:rPr>
              <a:t>Admin Pages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Simple content 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240280"/>
            <a:ext cx="2743200" cy="1188720"/>
          </a:xfrm>
          <a:prstGeom prst="roundRect">
            <a:avLst/>
          </a:prstGeom>
          <a:solidFill>
            <a:srgbClr val="E9EEF1"/>
          </a:solidFill>
          <a:ln w="285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F3B57"/>
                </a:solidFill>
              </a:rPr>
              <a:t>Supabase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Auth, DB, file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434840"/>
            <a:ext cx="27432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F3B57"/>
                </a:solidFill>
              </a:rPr>
              <a:t>Astro Build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Builds static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434840"/>
            <a:ext cx="27432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F3B57"/>
                </a:solidFill>
              </a:rPr>
              <a:t>Static Host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Cloudflare / Netlify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27432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F3B57"/>
                </a:solidFill>
              </a:rPr>
              <a:t>Public Visitor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Views the live website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834640"/>
            <a:ext cx="960120" cy="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78040" y="2834640"/>
            <a:ext cx="960120" cy="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09760" y="3429000"/>
            <a:ext cx="0" cy="100584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178040" y="5029200"/>
            <a:ext cx="960120" cy="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474720" y="5029200"/>
            <a:ext cx="960120" cy="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4692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rebuild on publish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WHAT'S EDITABLE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B57"/>
                </a:solidFill>
                <a:latin typeface="Calibri"/>
              </a:rPr>
              <a:t>Volunteer-editable, via the admin pages: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8680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Fields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Announcement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Title, date, body text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Sermon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Title, date, speaker, hymn/scripture PDF or PPT, YouTube link (optional), livestream link (optional)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Event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Title, date/time, description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114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Builder-maintained, kept out of the volunteer CMS since they rarely change: Church Overview (pastor's message, beliefs, history, staff, departments), Weather Guidelines, Contact info.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DAY TO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Changes for Volunteers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Log in at a dedicated admin page with an email/password account — no technical setup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Pick one of three forms: Post Announcement, Post Sermon, or Add Event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For a sermon: title, date, speaker, upload the hymn/scripture PDF or PPT, optionally paste a YouTube or livestream link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Saving writes to Supabase and triggers a rebuild — live within a minute or two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No seat limit — adding more volunteers later is just creating another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572000" cy="3017520"/>
          </a:xfrm>
          <a:prstGeom prst="roundRect">
            <a:avLst/>
          </a:prstGeom>
          <a:solidFill>
            <a:srgbClr val="E9EEF1"/>
          </a:solidFill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645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B57"/>
                </a:solidFill>
                <a:latin typeface="Calibri"/>
              </a:rPr>
              <a:t>New: Livestream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0312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A simple link field on the sermon entry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Volunteer pastes the YouTube Live / Facebook Live / Zoom URL before service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Shows as a "Watch Live" button on the homepage when filled 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Gives congregants a bad-weather way to join remotely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WHY THIS FIXES 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Security: Before vs.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212080" cy="4206240"/>
          </a:xfrm>
          <a:prstGeom prst="roundRect">
            <a:avLst/>
          </a:prstGeom>
          <a:solidFill>
            <a:srgbClr val="F6E7E7"/>
          </a:solidFill>
          <a:ln w="19050">
            <a:solidFill>
              <a:srgbClr val="B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33A3A"/>
                </a:solidFill>
                <a:latin typeface="Calibri"/>
              </a:rPr>
              <a:t>Before (Today)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WordPress core + plugins, often unpatched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 live PHP application and database, publicly exposed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Volunteers would need to keep patching it indefinitely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Site is live and exposed right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212080" cy="4206240"/>
          </a:xfrm>
          <a:prstGeom prst="roundRect">
            <a:avLst/>
          </a:prstGeom>
          <a:solidFill>
            <a:srgbClr val="E8F1E9"/>
          </a:solidFill>
          <a:ln w="19050">
            <a:solidFill>
              <a:srgbClr val="3A7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A7D44"/>
                </a:solidFill>
                <a:latin typeface="Calibri"/>
              </a:rPr>
              <a:t>After (Proposed)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No server-side code or database exposed to the public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Static site — nothing for a plugin vulnerability to attach to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Hosting provider (Cloudflare/Netlify) maintains its own infrastructure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Interim step, independent of the rebuild: patch WordPress core/plugins and rotate the admin password 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PHASED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883" y="2788919"/>
            <a:ext cx="1965960" cy="1920240"/>
          </a:xfrm>
          <a:prstGeom prst="roundRect">
            <a:avLst/>
          </a:prstGeom>
          <a:solidFill>
            <a:srgbClr val="E9EEF1"/>
          </a:solidFill>
          <a:ln w="285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9A227"/>
                </a:solidFill>
              </a:rPr>
              <a:t>Phase 0</a:t>
            </a:r>
          </a:p>
          <a:p>
            <a:pPr algn="ctr"/>
            <a:r>
              <a:rPr sz="1500" b="1">
                <a:solidFill>
                  <a:srgbClr val="1F3B57"/>
                </a:solidFill>
              </a:rPr>
              <a:t>Patch Now</a:t>
            </a:r>
          </a:p>
          <a:p>
            <a:pPr algn="ctr"/>
            <a:r>
              <a:rPr sz="1050">
                <a:solidFill>
                  <a:srgbClr val="333333"/>
                </a:solidFill>
              </a:rPr>
              <a:t>Update WP core &amp; plugins; rotate password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0875" y="2788919"/>
            <a:ext cx="19659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B6B6B"/>
                </a:solidFill>
              </a:rPr>
              <a:t>Phase 1</a:t>
            </a:r>
          </a:p>
          <a:p>
            <a:pPr algn="ctr"/>
            <a:r>
              <a:rPr sz="1500" b="1">
                <a:solidFill>
                  <a:srgbClr val="1F3B57"/>
                </a:solidFill>
              </a:rPr>
              <a:t>Scaffold</a:t>
            </a:r>
          </a:p>
          <a:p>
            <a:pPr algn="ctr"/>
            <a:r>
              <a:rPr sz="1050">
                <a:solidFill>
                  <a:srgbClr val="333333"/>
                </a:solidFill>
              </a:rPr>
              <a:t>Supabase + Astro skeleton on free hosting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2867" y="2788919"/>
            <a:ext cx="19659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B6B6B"/>
                </a:solidFill>
              </a:rPr>
              <a:t>Phase 2</a:t>
            </a:r>
          </a:p>
          <a:p>
            <a:pPr algn="ctr"/>
            <a:r>
              <a:rPr sz="1500" b="1">
                <a:solidFill>
                  <a:srgbClr val="1F3B57"/>
                </a:solidFill>
              </a:rPr>
              <a:t>Admin Pages</a:t>
            </a:r>
          </a:p>
          <a:p>
            <a:pPr algn="ctr"/>
            <a:r>
              <a:rPr sz="1050">
                <a:solidFill>
                  <a:srgbClr val="333333"/>
                </a:solidFill>
              </a:rPr>
              <a:t>3 volunteer forms + login; test with 1 volunteer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4859" y="2788919"/>
            <a:ext cx="19659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B6B6B"/>
                </a:solidFill>
              </a:rPr>
              <a:t>Phase 3</a:t>
            </a:r>
          </a:p>
          <a:p>
            <a:pPr algn="ctr"/>
            <a:r>
              <a:rPr sz="1500" b="1">
                <a:solidFill>
                  <a:srgbClr val="1F3B57"/>
                </a:solidFill>
              </a:rPr>
              <a:t>Content &amp; Styling</a:t>
            </a:r>
          </a:p>
          <a:p>
            <a:pPr algn="ctr"/>
            <a:r>
              <a:rPr sz="1050">
                <a:solidFill>
                  <a:srgbClr val="333333"/>
                </a:solidFill>
              </a:rPr>
              <a:t>Migrate content; brand; mobile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6851" y="2788919"/>
            <a:ext cx="19659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B6B6B"/>
                </a:solidFill>
              </a:rPr>
              <a:t>Phase 4</a:t>
            </a:r>
          </a:p>
          <a:p>
            <a:pPr algn="ctr"/>
            <a:r>
              <a:rPr sz="1500" b="1">
                <a:solidFill>
                  <a:srgbClr val="1F3B57"/>
                </a:solidFill>
              </a:rPr>
              <a:t>Cutover</a:t>
            </a:r>
          </a:p>
          <a:p>
            <a:pPr algn="ctr"/>
            <a:r>
              <a:rPr sz="1050">
                <a:solidFill>
                  <a:srgbClr val="333333"/>
                </a:solidFill>
              </a:rPr>
              <a:t>Repoint DNS; backup &amp; retire WordPress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34843" y="3749039"/>
            <a:ext cx="256032" cy="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56835" y="3749039"/>
            <a:ext cx="256032" cy="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78827" y="3749039"/>
            <a:ext cx="256032" cy="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00819" y="3749039"/>
            <a:ext cx="256032" cy="0"/>
          </a:xfrm>
          <a:prstGeom prst="line">
            <a:avLst/>
          </a:prstGeom>
          <a:ln w="19050">
            <a:solidFill>
              <a:srgbClr val="1F3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GETTING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Migration &amp; Cutover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Existing content is minimal, so migration is a manual, one-time copy — not an automated import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Static pages (Overview, History, Staff, Weather Guidelines, Contact) are rebuilt directly in the new site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Sermon and announcement history can be carried over selectively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DNS for ccckt.org.hk is currently managed by a third party — cutover needs coordination with them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The WordPress install is taken down only after a final backup export, once the new site is confirmed 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Cost &amp; Hosting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4754880"/>
                <a:gridCol w="228600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Cloudflare Pages or Netlify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Static site hosting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Free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Supabase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Database, Auth, file storage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Free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Domain (ccckt.org.hk)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Existing, unchanged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Already owned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31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All chosen services run comfortably within their free tiers at the site's current low traffic and content volume. Future costs would only arise from significant growth in traffic or storage — none of which are expected given the site's current scope.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 Need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CCCKT Website Revamp ·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6640"/>
                <a:gridCol w="347472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Needs confirmation from</a:t>
                      </a:r>
                    </a:p>
                  </a:txBody>
                  <a:tcPr anchor="ctr">
                    <a:solidFill>
                      <a:srgbClr val="1F3B5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WordPress admin credentials, to apply the interim security patch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Current WordPress administrator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DNS access, to repoint ccckt.org.hk at cutover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Current DNS/domain holder</a:t>
                      </a:r>
                    </a:p>
                  </a:txBody>
                  <a:tcPr anchor="ctr" marT="76200" marB="76200">
                    <a:solidFill>
                      <a:srgbClr val="E9EE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Initial list of ~5 volunteers to set up logins for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Church leadership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31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 Approve this design and the plan to proceed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 Confirm WordPress admin access for interim patching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 Confirm DNS contact for cutover coordination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77440"/>
            <a:ext cx="2286000" cy="2963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1089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基督中心堂 · ccckt.org.hk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